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B065C2-9EC1-40CC-BC04-7CF5A5FD36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DB7862-317F-4838-BF85-D798C63F9A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FEFD082-0F1D-4386-BA66-93F804346C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_rels/slideMaster2.xml.rels><?xml version="1.0" encoding="UTF-8"?>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9CE8E9-BD87-41DF-938D-D1BC7E108AD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D7F5BF-0B9A-49CB-B56B-BE8CAF5DB0F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Traffic Violations Analytics System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 xml:space="preserve">Submitted By: </a:t>
            </a: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Lakshana Murugesan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Tech Stack: Python, MySQL, Streamlit, Pandas, Plotly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Problem Statement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Process large-scale traffic violation datasets and extract actionable insights through interactive visual dashboards.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Project Objectives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 Cleansing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Database Integration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SQL Analytics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Interactive Dashboard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Visual Insight Generation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Dataset Overview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Records Count: 2,067,761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Feature Count: 43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Dataset: Traffic Violations Dataset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Tools &amp; Technologies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Python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MySQL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Pandas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Plotly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Streamlit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SQLAlchemy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System Architecture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CSV → Data Preprocessing → MySQL → SQL Analysis → EDA → Interactive Dashboard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 Preprocessing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Eliminated duplicate records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Addressed missing and null values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Feature Extraction (Month, Day of Week)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Database &amp; SQL Analysis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Most Common Violations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Frequent Vehicle Makes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Gender Analysis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Race Analysis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Dashboard Features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Summary Overview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Traffic Violation Insights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Vehicle Breakdown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Demographic Breakdown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Location-Based Analysis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8880" cy="529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DASHBOARD SCREENSHOTS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20880" y="86724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20880" y="86724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20880" y="86724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20880" y="189216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20880" y="189216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20880" y="1892160"/>
            <a:ext cx="9143640" cy="51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Conclusion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Effectively processed over 2 million records and developed a fully interactive analytics dashboard for traffic violation insights.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2026-06-15T15:26:47Z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10</vt:r8>
  </property>
</Properties>
</file>